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091" y="914400"/>
            <a:ext cx="5467511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1. PRISMA-ScR record screening flow. Note: boxes on the left show the retained flow from identification to inclusion; grey boxes on the right show exclusions at the stage they occurred, connected by dashed arrows. Counts are reproduced from the committed screening sheet; full texts that could not be retrieved were recorded as not retrieved rather than assessed.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2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54" y="914400"/>
            <a:ext cx="816118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2. Evidence map by distance and lifecycle stage. Note: cells count the 18 included studies by evidence distance (D4 target-domain empirical, D3 target-domain documentary, D2 near-domain empirical) and the lifecycle stage each study addresses. A study that addresses more than one stage is counted in each relevant stage, so column totals may exceed the number of studies at that distance.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3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13" y="914400"/>
            <a:ext cx="795566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3. Disclosed fields in 813 motorized micromobility vehicle-status feeds. Note: bars show the point estimate; whiskers show the 95% Wilson confidence interval. Field presence is a disclosure signal, not evidence of a privacy harm, and does not imply identifier persistence or position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4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096" y="914400"/>
            <a:ext cx="9077501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4. Field disclosure by geographical region (n = 813 eligible motorized feeds). Note: bars show the percentage of eligible motorized feeds in each region that disclosed the field, with 95% Wilson confidence intervals; regions with fewer than ten feeds are pooled as 'Other'. Field presence is a disclosure signal, not evidence of a privacy harm.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5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60" y="914400"/>
            <a:ext cx="788677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5. Privacy-notice coding across 14 disclosure domains. Note: n = 13 coded operator privacy notices; 2 further operators were unavailable for reproducible retrieval and are excluded from the grid. Cells show explicit, partial, or not-found coding; not-found denotes silence in the document, not evidence that a practice is absent.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6</a:t>
            </a:r>
          </a:p>
        </p:txBody>
      </p:sp>
      <p:pic>
        <p:nvPicPr>
          <p:cNvPr id="3" name="Picture 2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92" y="914400"/>
            <a:ext cx="1023491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6. Lifecycle data-exposure model. Note: each stage is shown with the distance of its strongest supporting evidence (upper boxes) and a proposed control whose effectiveness this study did not test (lower boxes). Solid outlines denote stages with target-domain (D3-D4) evidence; dashed outlines denote stages supported only by near-domain (D2)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