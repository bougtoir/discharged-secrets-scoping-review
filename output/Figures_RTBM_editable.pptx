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/>
            </a:pPr>
            <a:r>
              <a:t>Figure 1</a:t>
            </a:r>
          </a:p>
        </p:txBody>
      </p:sp>
      <p:pic>
        <p:nvPicPr>
          <p:cNvPr id="3" name="Picture 2" descr="Figur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1982" y="914400"/>
            <a:ext cx="5667730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9436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Figure 1. PRISMA-ScR flow of record identification, title/abstract screening, full-text eligibility assessment, and inclusion. Counts are reproduced from the committed screening sheet.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/>
            </a:pPr>
            <a:r>
              <a:t>Figure 2</a:t>
            </a:r>
          </a:p>
        </p:txBody>
      </p:sp>
      <p:pic>
        <p:nvPicPr>
          <p:cNvPr id="3" name="Picture 2" descr="Figure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5254" y="914400"/>
            <a:ext cx="8161187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9436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Figure 2. Evidence map of the 18 included direct studies by evidence distance (D4 direct empirical, D3 direct documentary, D2 near-domain empirical) and lifecycle stage addressed. A study that addresses more than one stage is counted in each relevant stage, so row totals may exceed the number of studies at that distance.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/>
            </a:pPr>
            <a:r>
              <a:t>Figure 3</a:t>
            </a:r>
          </a:p>
        </p:txBody>
      </p:sp>
      <p:pic>
        <p:nvPicPr>
          <p:cNvPr id="3" name="Picture 2" descr="Figur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8013" y="914400"/>
            <a:ext cx="7955668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9436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Figure 3. Prevalence of disclosed fields in 813 successfully retrieved, non-empty public vehicle-status feeds that declared motorized micromobility. Bars show the point estimate; whiskers show the 95% Wilson confidence interval. Field presence is a disclosure signal, not evidence of a privacy harm.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/>
            </a:pPr>
            <a:r>
              <a:t>Figure 4</a:t>
            </a:r>
          </a:p>
        </p:txBody>
      </p:sp>
      <p:pic>
        <p:nvPicPr>
          <p:cNvPr id="3" name="Picture 2" descr="Figur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2460" y="914400"/>
            <a:ext cx="7886774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9436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Figure 4. Disclosure-domain coding of public operator privacy notices across 14 domains (n = 13 coded operators; 2 further operators were unavailable for reproducible retrieval). Cells show explicit, partial, or not-found coding; not-found denotes silence in the document, not evidence that a practice is absent.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/>
            </a:pPr>
            <a:r>
              <a:t>Figure 5</a:t>
            </a:r>
          </a:p>
        </p:txBody>
      </p:sp>
      <p:pic>
        <p:nvPicPr>
          <p:cNvPr id="3" name="Picture 2" descr="Figure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8392" y="914400"/>
            <a:ext cx="10234910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943600"/>
            <a:ext cx="11064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/>
            </a:pPr>
            <a:r>
              <a:t>Figure 5. Lifecycle data-exposure model linking each stage to the evidence distance of its supporting sources and to a proposed, as-yet unvalidated control. Solid boxes denote stages with direct (D3-D4) evidence; dashed boxes denote stages supported only by near-domain (D2) evidence.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